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92"/>
  </p:normalViewPr>
  <p:slideViewPr>
    <p:cSldViewPr snapToGrid="0" snapToObjects="1">
      <p:cViewPr varScale="1">
        <p:scale>
          <a:sx n="95" d="100"/>
          <a:sy n="95" d="100"/>
        </p:scale>
        <p:origin x="200" y="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222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915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862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396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66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043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13769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959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700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500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138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387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460487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5893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5645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3681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491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692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5622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9486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7982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577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2649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09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1706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4506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7890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721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9225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8EE3F-43FF-3F02-4682-48197F9C9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01B4FD-4EA3-8FE1-2CB4-D96B026201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07437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Arial Nova Light</vt:lpstr>
      <vt:lpstr>Dark Gradient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Greg Asquith</cp:lastModifiedBy>
  <cp:revision>2</cp:revision>
  <dcterms:created xsi:type="dcterms:W3CDTF">2013-01-27T09:14:16Z</dcterms:created>
  <dcterms:modified xsi:type="dcterms:W3CDTF">2026-09-30T20:44:10Z</dcterms:modified>
  <cp:category/>
</cp:coreProperties>
</file>